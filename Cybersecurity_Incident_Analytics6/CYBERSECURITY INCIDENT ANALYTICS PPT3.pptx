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058400" cy="7772400"/>
  <p:notesSz cx="10058400" cy="77724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666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304" y="2159203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CYBERSECURITY INCIDENT ANALYTICS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lang="en-US" sz="2400" dirty="0"/>
              <a:t>Analyzing Cybersecurity Incidents Using Data Analytics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44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D.Bhavani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26B21CS156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U.Varma (26B21CS135)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B.Ashajyothi</a:t>
            </a:r>
            <a:r>
              <a:rPr sz="2000" dirty="0">
                <a:latin typeface="Times New Roman" panose="02020603050405020304" pitchFamily="18" charset="0"/>
                <a:cs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26B21CS163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P.G Malaya Sri</a:t>
            </a:r>
            <a:r>
              <a:rPr sz="2000" dirty="0">
                <a:latin typeface="Times New Roman" panose="02020603050405020304" pitchFamily="18" charset="0"/>
                <a:cs typeface="Times New Roman" pitchFamily="18" charset="0"/>
              </a:rPr>
              <a:t> (23B91CS1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48</a:t>
            </a:r>
            <a:r>
              <a:rPr sz="2000" dirty="0">
                <a:latin typeface="Times New Roman" panose="02020603050405020304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Current/Manual Approach &amp; Limitations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8 stages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Visualizations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 datasets contain multiple attributes such as attack type, target industry, financial loss, affected users, and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incident records are difficult to interpret directly.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invalid values, duplicates, or inconsistent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analytics workflow is required to transform raw data into meaningful information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incidents can be analyzed using historical data to understand recurring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attack types, target industries, attack sources, financial losses, affected users, and incident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and Matplotlib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data processing and visualization.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produces cleaned datasets, summary tables, visualizations, analysis results, and key findings. 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131751"/>
            <a:ext cx="877824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data may be stored as raw CSV or table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makes category-wise comparison difficult.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tables are difficult to interpret without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filtering and calculations are time-consuming.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are difficult to review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and duplicate records can affect results.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and trends are not immediately visible.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requires statistical tools.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processing increases the possibility of human error.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251" y="2057400"/>
            <a:ext cx="8503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inspect the cybersecurity incident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and filter valid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required attributes.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clean the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data into meaningful summaries.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statistical and correlation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and document key findings.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77237-02DD-0D61-0FEF-7A4946128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55771"/>
            <a:ext cx="10058400" cy="566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79CDC-CFE9-36A5-8479-213A6C9EC745}"/>
              </a:ext>
            </a:extLst>
          </p:cNvPr>
          <p:cNvSpPr txBox="1"/>
          <p:nvPr/>
        </p:nvSpPr>
        <p:spPr>
          <a:xfrm>
            <a:off x="1981200" y="1290225"/>
            <a:ext cx="4023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computer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for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storage for datasets and project files 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108D0-138D-9E2B-EAA8-3975B326716D}"/>
              </a:ext>
            </a:extLst>
          </p:cNvPr>
          <p:cNvSpPr txBox="1"/>
          <p:nvPr/>
        </p:nvSpPr>
        <p:spPr>
          <a:xfrm>
            <a:off x="1219200" y="1649265"/>
            <a:ext cx="7620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load the dataset into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select only the required and valid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extract the columns needed for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remove or correct missing, duplicate and invalid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summarize the data category-wise.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analyze patterns  ,trends and correlations in the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create charts and graphs to present the result clearly.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AC90-4EAF-57C3-34A5-45D3A1F33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1" y="1600195"/>
            <a:ext cx="4343409" cy="5257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FCD05-518B-94D0-31E4-7C6578490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99" y="1600195"/>
            <a:ext cx="4800609" cy="42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ABC-1A39-4213-B883-68B64ACD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5482CEF3-3FE4-8E92-AB23-5EFE13E0152F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43EB5B01-F790-1925-69E4-DF39909481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5CA749BF-2124-1E7C-E75D-CBDD0B574C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F3003C54-CFB2-68DF-3790-B3B733B432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9F354A46-9829-7E39-3063-290D7603D10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9DD0E2-AAE7-2A44-D25A-97F4C39A1ACE}"/>
              </a:ext>
            </a:extLst>
          </p:cNvPr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D029C-D212-6AEC-4DE4-6295983C1E88}"/>
              </a:ext>
            </a:extLst>
          </p:cNvPr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65ABF-87FB-45C5-359F-6E0D34EC1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4331"/>
            <a:ext cx="5029200" cy="4477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26011-5EFD-B6E8-C468-744310C94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881617"/>
            <a:ext cx="4876800" cy="360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0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8961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dirty="0">
                <a:solidFill>
                  <a:srgbClr val="2D2D2D"/>
                </a:solidFill>
                <a:latin typeface="Times New Roman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25BEA-B77F-D8C6-9B06-064A7242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04219"/>
              </p:ext>
            </p:extLst>
          </p:nvPr>
        </p:nvGraphicFramePr>
        <p:xfrm>
          <a:off x="620713" y="1908423"/>
          <a:ext cx="8948736" cy="3120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68">
                  <a:extLst>
                    <a:ext uri="{9D8B030D-6E8A-4147-A177-3AD203B41FA5}">
                      <a16:colId xmlns:a16="http://schemas.microsoft.com/office/drawing/2014/main" val="650131395"/>
                    </a:ext>
                  </a:extLst>
                </a:gridCol>
                <a:gridCol w="4474368">
                  <a:extLst>
                    <a:ext uri="{9D8B030D-6E8A-4147-A177-3AD203B41FA5}">
                      <a16:colId xmlns:a16="http://schemas.microsoft.com/office/drawing/2014/main" val="3429143840"/>
                    </a:ext>
                  </a:extLst>
                </a:gridCol>
              </a:tblGrid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523518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Common Attack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45186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Targeted 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380997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Year With Most Incidents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8786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Implementation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808080"/>
                </a:solidFill>
                <a:latin typeface="Times New Roman"/>
              </a:rPr>
              <a:t>From raw data to actionable insights — adapt these stages to your own project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 Data
Collection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291839" y="196596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 Data
Cleaning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621792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3. Pre-
processing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36576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4. EDA</a:t>
            </a:r>
          </a:p>
        </p:txBody>
      </p:sp>
      <p:sp>
        <p:nvSpPr>
          <p:cNvPr id="18" name="Chevron 17"/>
          <p:cNvSpPr/>
          <p:nvPr/>
        </p:nvSpPr>
        <p:spPr>
          <a:xfrm>
            <a:off x="3291839" y="370332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5. Visualization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621792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6. Insights &amp;
Report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572000" y="2999232"/>
            <a:ext cx="640080" cy="640080"/>
          </a:xfrm>
          <a:prstGeom prst="downArrow">
            <a:avLst/>
          </a:prstGeom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33464"/>
                </a:solidFill>
                <a:latin typeface="Times New Roman"/>
              </a:rPr>
              <a:t>Output: cleaned dataset → charts → a short set of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30" name="Google Shape;30;p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28925" y="243549"/>
              <a:ext cx="4585269" cy="52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33;p1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 extrusionOk="0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34" name="Google Shape;3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 txBox="1"/>
          <p:nvPr/>
        </p:nvSpPr>
        <p:spPr>
          <a:xfrm>
            <a:off x="2488870" y="368446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381000" y="1463040"/>
            <a:ext cx="9372600" cy="4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project implements a complete cybersecurity data analytics workflow. </a:t>
            </a:r>
            <a:endParaRPr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dataset was loaded, filtered, extracted, validated, cleaned, aggregated, analyzed, visualized, and interpreted. </a:t>
            </a:r>
            <a:endParaRPr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analysis identifies meaningful patterns in attack types, target industries, financial losses, affected users, and other incident characteristics. </a:t>
            </a:r>
            <a:endParaRPr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Visualizations make the cybersecurity incident patterns easier to understand.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657</Words>
  <Application>Microsoft Office PowerPoint</Application>
  <PresentationFormat>Custom</PresentationFormat>
  <Paragraphs>115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Bhavani D</dc:creator>
  <cp:lastModifiedBy>Bhavani D</cp:lastModifiedBy>
  <cp:revision>3</cp:revision>
  <dcterms:modified xsi:type="dcterms:W3CDTF">2026-10-30T05:01:35Z</dcterms:modified>
</cp:coreProperties>
</file>